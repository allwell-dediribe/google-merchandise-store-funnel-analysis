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Users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87-47BA-A376-F6A38B98221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87-47BA-A376-F6A38B98221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87-47BA-A376-F6A38B98221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87-47BA-A376-F6A38B9822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page_view</c:v>
                </c:pt>
                <c:pt idx="1">
                  <c:v>view_item</c:v>
                </c:pt>
                <c:pt idx="2">
                  <c:v>begin_checkout</c:v>
                </c:pt>
                <c:pt idx="3">
                  <c:v>purchase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24025</c:v>
                </c:pt>
                <c:pt idx="1">
                  <c:v>6252</c:v>
                </c:pt>
                <c:pt idx="2">
                  <c:v>1288</c:v>
                </c:pt>
                <c:pt idx="3">
                  <c:v>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87-47BA-A376-F6A38B9822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24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4327A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2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FUNNEL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Merchandise Store — GA4 Ecommerce Event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39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Window: November 2020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463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Minds Capstone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Allwell Dediribe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Merchandise Store, like most ecommerce platforms, loses the large majority of its visitors before they ever complete a purchase. Without knowing exactly where in the journey this happens, the business cannot prioritize where to invest.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48056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53712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which stage of the shopping journey do the most users abandon the process, and where should conversion improvements be prioritized?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577840" cy="4206240"/>
          </a:xfrm>
          <a:prstGeom prst="roundRect">
            <a:avLst>
              <a:gd name="adj" fmla="val 130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user behavior on the Google Merchandise Store to identify the stage of the purchase journey with the highest drop-off rate, using unique-user counts from raw GA4 event data, in order to recommend where to prioritize conversion improvements.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4480560"/>
            <a:ext cx="4709160" cy="0"/>
          </a:xfrm>
          <a:prstGeom prst="line">
            <a:avLst/>
          </a:prstGeom>
          <a:noFill/>
          <a:ln w="12700">
            <a:solidFill>
              <a:srgbClr val="3A4B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983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Cleaning → Analysis → Dashboard → Insights → Recommendations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event-level ecommerce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Public Datasets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ga4_obfuscated_sample_ecommerce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Publisher: 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(official GA4 sample export)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 — no billing required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 Snapshot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24231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5877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173,191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rows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24231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25877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24,034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9828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39319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40965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 tracked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06840" y="393192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06840" y="40965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098280" y="4800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5349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user_pseudo_id · event_name · event_timestamp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export to analysis-ready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5146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user_pseudo_id set to Text to prevent ID corruption; event_timestamp set to Whole Number.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25146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columns confirmed 100% valid — 0% errors, 0% empty values.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25146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filter list confirmed exactly 5 expected event types, no stray values.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87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7091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173,191 rows before and after — confirmed zero exact duplicate records.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4087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4087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Timestamp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0288" y="47091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 epoch converted to readable date/time via custom Power Query column.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4087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8280" y="40873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Data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30768" y="470916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Distinct Count — required for accurate unique-user funnel counts.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Method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events into unique-user funnel counts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 + Distinct Count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 in Rows, Distinct Count of user_pseudo_id in Values. This counts unique people per stage, not raw events — critical, since a single user can trigger the same event many times.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PivotTable Grand Total = 24,034 unique users, matching the raw file exactly.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484632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(Power Pivot)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Visitors = distinct users where event = page_view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Purchasers = distinct users where event = purchase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Conversion Rate = DIVIDE(Purchasers, Visitors)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2940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into the dashboard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25146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24327A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26791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3429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25146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24327A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6791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3429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406908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24327A"/>
          </a:solidFill>
          <a:ln w="12700">
            <a:solidFill>
              <a:srgbClr val="DCE1E8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423367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720840" y="5029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 (Purchasers ÷ Visitors)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Quality Finding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anomaly is a real bottleneck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FDECEA"/>
          </a:solidFill>
          <a:ln w="12700">
            <a:solidFill>
              <a:srgbClr val="F1C2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 logged only 309 unique users — fewer than the 1,288 users who reached begin_checkout, the stage that should follow it. A later stage should never out-number an earlier 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4480560" cy="0"/>
          </a:xfrm>
          <a:prstGeom prst="line">
            <a:avLst/>
          </a:prstGeom>
          <a:noFill/>
          <a:ln w="12700">
            <a:solidFill>
              <a:srgbClr val="F1C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GA4 client-side event tracking — some checkout paths (e.g., quick-buy flows) can bypass the add_to_cart event entirely.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5623560" cy="4114800"/>
          </a:xfrm>
          <a:prstGeom prst="roundRect">
            <a:avLst>
              <a:gd name="adj" fmla="val 1333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81160" y="2103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81160" y="2880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begin_checkout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703320"/>
            <a:ext cx="512064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2976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 is excluded from the primary sequential funnel and reported separately as a supporting engagement metric — not treated as a real bottleneck.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Purchase Funnel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page_view → view_item → begin_checkout → purchase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86200" cy="4114800"/>
          </a:xfrm>
          <a:prstGeom prst="roundRect">
            <a:avLst>
              <a:gd name="adj" fmla="val 1412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/ Drop-off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875520" y="23317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89920" y="2331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0" y="2715768"/>
            <a:ext cx="352044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27523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page_view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875520" y="275234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789920" y="275234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3136392"/>
            <a:ext cx="3520440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view_item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875520" y="31729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789920" y="31729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3557016"/>
            <a:ext cx="3520440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3593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begin_checkout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875520" y="359359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789920" y="35935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46720" y="3977640"/>
            <a:ext cx="3520440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40142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875520" y="401421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789920" y="40142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46720" y="4398264"/>
            <a:ext cx="3520440" cy="0"/>
          </a:xfrm>
          <a:prstGeom prst="line">
            <a:avLst/>
          </a:prstGeom>
          <a:noFill/>
          <a:ln w="9525">
            <a:solidFill>
              <a:srgbClr val="E3E6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built for someone who has never seen the raw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Scope —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time period identified up front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3230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Visitors, Total Purchasers, Overall Conversion, Weakest Stage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4553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163824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 —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with outside-end labels for full readability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5876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77056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 —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and drop-off rate for every stage, beside the chart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59028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 —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specific explanation of the add_to_cart anomaly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66560" y="1737360"/>
            <a:ext cx="4846320" cy="4206240"/>
          </a:xfrm>
          <a:prstGeom prst="roundRect">
            <a:avLst>
              <a:gd name="adj" fmla="val 130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Structure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866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24327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624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visual summary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866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24327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858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31520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Distinct-count summary + rate calculations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86600" y="498348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24327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50932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FunnelRawData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1520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event-level dataset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funnel reveals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 — just 394 of 24,025 visitors completed a purchase.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DECEA"/>
          </a:solidFill>
          <a:ln w="12700">
            <a:solidFill>
              <a:srgbClr val="F1C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920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46520" y="2743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visitors never view a specific product — the single largest drop-off in the funnel.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 → 31%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continue from view_item → begin_checkout → purchase, a shallower decline than the top of funnel.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DECEA"/>
          </a:solidFill>
          <a:ln w="12700">
            <a:solidFill>
              <a:srgbClr val="F1C2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206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309 vs 1,288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 under-counts relative to begin_checkout — a tracking gap, not real behavior.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Data-driven, scoped to what the funnel supports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17190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page_view → view_item transition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148840" y="21031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stage accounts for the single largest loss of users (74%) — the highest-leverage fix in the entire funnel.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48840" y="27706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navigation &amp; product discoverability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48840" y="31546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74% drop-off before any product is viewed suggests visitors may struggle to find or reach specific products.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48840" y="38221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add_to_cart as unreliable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148840" y="42062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tracking it separately in future reporting until the underlying GA4 tracking gap is resolved.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48737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checkout-to-purchase friction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group, but one with strong intent — targeted fixes here (simpler payment, follow-up) may still yield gains.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recommendations are limited to what this event-level dataset supports. Root-cause diagnosis (device, traffic source, page content) would require further analysis.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Funnel Analysis — Google Merchandise 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24327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2432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traced a complete data analytics workflow — from a raw, 173,191-row GA4 event extract, through Power Query cleaning, a distinct-count PivotTable analysis, and DAX-powered KPIs, to a finished, brief-compliant Excel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0332720" cy="0"/>
          </a:xfrm>
          <a:prstGeom prst="line">
            <a:avLst/>
          </a:prstGeom>
          <a:noFill/>
          <a:ln w="12700">
            <a:solidFill>
              <a:srgbClr val="3A4B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Merchandise Store converts just 1.6% of visitors into purchasers — and the steepest loss happens at the very first step of product engagement, between viewing any page and viewing a specific product.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24327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3434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page_view → view_item transition is where the business loses the most potential customers — and is the stage most worth prioritizing for conversion improvement.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4088</TotalTime>
  <Words>1187</Words>
  <Application>Microsoft Office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Funnel Analysis</dc:title>
  <dc:subject>PptxGenJS Presentation</dc:subject>
  <dc:creator>Allwell Dediribe</dc:creator>
  <cp:lastModifiedBy>Allwell Dediribe</cp:lastModifiedBy>
  <cp:revision>4</cp:revision>
  <dcterms:created xsi:type="dcterms:W3CDTF">2026-08-24T19:00:01Z</dcterms:created>
  <dcterms:modified xsi:type="dcterms:W3CDTF">2026-08-31T14:10:07Z</dcterms:modified>
</cp:coreProperties>
</file>